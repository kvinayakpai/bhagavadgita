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ಭಗವದ್ಗೀತಾ · ಪರಿಕಲ್ಪನಾ ಜ್ಞಾನ ಗ್ರಾಫ್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ಮಾಧ್ವ ಸಿದ್ಧಾಂತಾನುಸಾರಿ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concepts · 101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ಸಮಸ್ಯೆ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 ಶ್ಲೋಕಗಳು · 18 ಅಧ್ಯಾಯಗಳು · ಒಂದು ತಾರತಮ್ಯ ಆಧಾರ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ಭಗವದ್ಗೀತೆಯು ವಿಶ್ವರಚನೆ, ಧರ್ಮ, ಅಧ್ಯಾತ್ಮ — ಇವುಗಳನ್ನು ನೂರಾರು ಪರಿಕಲ್ಪನೆಗಳಲ್ಲಿ ಹಣೆಯುತ್ತದೆ. ಒಂದು ಬಾರಿ ಕ್ರಮವಾಗಿ ಓದಿದರೆ ಸಾಕು — ಆದರೆ ಪ್ರತಿ ಯೋಗ, ದೋಷ, ಯಜ್ಞಗಳ ನಡುವಿನ ಸಂಬಂಧ ಕಾಣಲು ಒಂದು ರಚನಾತ್ಮಕ ದೃಷ್ಟಿ ಬೇಕು — ಪಠ್ಯವೇ ನೀಡದ ದೃಷ್ಟಿ.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ಮೂಲಸ್ರೋತಗಳು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 ಶ್ಲೋಕದಲ್ಲಿ ಮತ್ತು ಮಾಧ್ವ ಭಾಷ್ಯದಲ್ಲಿ ನೆಲೆಗೊಂಡಿದೆ.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ಮೂಲ ಪಠ್ಯ — ಭಗವದ್ಗೀತಾ (ಸಂಸ್ಕೃತ + ಆಂಗ್ಲ)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ಭಾಷ್ಯ — ಬನ್ನಂಜೆ ಗೋವಿಂದಾಚಾರ್ಯ, ಗೀತಾ ಭಾಷ್ಯ (4 ಸಂಪುಟಗಳು, ಕನ್ನಡ)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ಸಂದರ್ಭ — ಮಹಾಭಾರತ ತಾತ್ಪರ್ಯ ನಿರ್ಣಯ (ಮಾಧ್ವ)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ಸೈದ್ಧಾಂತಿಕ ದೃಷ್ಟಿ — ಸರ್ವೋತ್ತಮ ಹರಿ, ಜೀವ ಭೇದ, ತಾರತಮ್ಯ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ಮಾಡಲ್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ಪರಿಕಲ್ಪನೆಗಳ ಹನ್ನೆರಡು ತಾರತಮ್ಯ ಸ್ತರಗಳು.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ಪ್ರತಿ ಸ್ತರವು ಸಮಾನ ಜಾತಿಯ ಪರಿಕಲ್ಪನೆಗಳನ್ನು ಸಂಗ್ರಹಿಸುತ್ತದೆ — ತತ್ತ್ವಗಳು, ಯೋಗಗಳು, ದೋಷಗಳು, ಫಲಗಳು, ಯಜ್ಞಗಳು, ಪ್ರತೀಕಗಳು. ಸಂಬಂಧಗಳು (is-a, leads-to, antidote-to, arises-from, opposite-of, includes, predicates-on, transforms-into) ಶ್ಲೋಕದ ಪ್ರಕಾರ ಪರಿಕಲ್ಪನೆಗಳನ್ನು ಜೋಡಿಸುತ್ತವೆ.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ಪರಮಾರ್ಥ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ತತ್ತ್ವ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ಕ್ಷೇತ್ರ-ಕ್ಷೇತ್ರಜ್ಞ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ಗುಣ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ಯೋಗ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ಸಾಧನಾ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ಅಂತಃಕರಣ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ಧರ್ಮ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ದೋಷ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ಫಲ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ಯಜ್ಞ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ಪ್ರತೀಕ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ನ್ಯಾವಿಗೇಶನ್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ಮೂರು ದೃಷ್ಟಿಗಳು · ಒಂದು ಡೇಟಾಸೆಟ್.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ಸ್ತರಾನುಸಾರ ಪ್ರತಿ ಪರಿಕಲ್ಪನೆ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ಶ್ಲೋಕ ಆಧಾರ + ಮಾಧ್ವ ಟಿಪ್ಪಣಿ + ಎಲ್ಲ ಸಂಬಂಧಗಳು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ಎಲ್ಲ ಪರಿಕಲ್ಪನೆಗಳು ಒಂದೇ ಚಿತ್ರಪಟದಲ್ಲಿ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1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ಪರಿಕಲ್ಪನೆಯ ಸ್ತರಾನುಸಾರ ಸೂಚಿ.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ಪ್ರತಿ ಸ್ತರವು ತನ್ನ ವರ್ಣ ಚುಕ್ಕೆ, ತ್ರಿಲಿಪಿ ಹೆಸರು, ಸಂಕ್ಷಿಪ್ತ ವಿವರಣೆ, ಪರಿಕಲ್ಪನಾ ಸಂಖ್ಯೆಯೊಡನೆ ಆರಂಭವಾಗುತ್ತದೆ. ಲೈವ್ ಸರ್ಚ್ ಎಲ್ಲ ಲಿಪಿಗಳಲ್ಲಿಯೂ ಫಿಲ್ಟರ್ ಮಾಡುತ್ತದೆ.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ಪರಮಾರ್ಥ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ಯೋಗ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ಫಲ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2 · FOCUS — ಹೀರೋ ಕಾರ್ಡ್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 ಒಂದು ಶ್ಲೋಕದಲ್ಲಿ ನೆಲೆಗೊಂಡಿದೆ.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ಹೀರೋ ಕಾರ್ಡ್ ಕ್ರಮವಾಗಿ ತೋರಿಸುತ್ತದೆ — ಸ್ತರದ ಚಿಹ್ನೆ, ಸಕ್ರಿಯ ಲಿಪಿಯಲ್ಲಿ ಪರಿಕಲ್ಪನಾ ಹೆಸರು, ಒಂದು ಸಾಲಿನ ಉಪಶೀರ್ಷಿಕೆ, 2–3 ವಾಕ್ಯಗಳ ಸಿದ್ಧಾಂತ ಟಿಪ್ಪಣಿ, ಮಾಧ್ವ ವಿಶಿಷ್ಟ ಟಿಪ್ಪಣಿ, ಮತ್ತು ಶ್ಲೋಕ ಸಂದರ್ಭಗಳು.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ಧರ್ಮ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ಸ್ಥಿತಪ್ರಜ್ಞ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2 · FOCUS — ಸಂಬಂಧಗಳು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ಸಂಬಂಧ ಚಿಹ್ನಿತ, ಲೇಬಲ್ಡ್.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ಶ್ಲೋಕದ ಕೆಳಗೆ ಬಹಿರ್ಗಾಮಿ ಮತ್ತು ಅಂತರ್ಗಾಮಿ ಸಂಬಂಧಗಳು ಸೂಚಿಸಲ್ಪಡುತ್ತವೆ — ಸಂಬಂಧ ಪ್ರಕಾರ, ಲೇಬಲ್, ಇನ್ನೊಂದು ಕೊನೆಯ ಪರಿಕಲ್ಪನೆ. ಯಾವುದೇ ಸಾಲನ್ನು ಒತ್ತಿ ಮುಂದೆ ಸಾಗಿರಿ.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ಇಂದ್ರಿಯನಿಗ್ರಹ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ಸಮತ್ವ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ಇಂದ್ರಿಯನಿಗ್ರಹ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ಸಮದರ್ಶನ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3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ಎಲ್ಲ ಪರಿಕಲ್ಪನೆಗಳು ಒಂದೇ ಚಿತ್ರಪಟದಲ್ಲಿ.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ಹನ್ನೆರಡು ಅಡ್ಡ ಪಟ್ಟಿಗಳು — ಪರಮಾರ್ಥ ಮೇಲೆ, ಪ್ರತೀಕ ಕೆಳಗೆ. ಸಂಬಂಧಗಳು ಪರಿಕಲ್ಪನೆಗಳ ನಡುವೆ ಬಾಗುತ್ತವೆ, ಪ್ರಕಾರಾನುಸಾರ ಬಣ್ಣಿತ.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ಪರಮಾರ್ಥ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ತತ್ತ್ವ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ಕ್ಷೇತ್ರ-ಕ್ಷೇತ್ರಜ್ಞ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ಗುಣ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ಯೋಗ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ಸಾಧನಾ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ಅಂತಃಕರಣ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ಧರ್ಮ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ದೋಷ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ಫಲ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ಯಜ್ಞ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ಪ್ರತೀಕ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ಗ್ರಾಫ್ · ವೈಶಿಷ್ಟ್ಯಗಳು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ಒತ್ತಿ, ನೋಡಿ, ಚಲಿಸಿ.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ಯಾವುದೇ ನೋಡ್ ಒತ್ತಿ ಫೋಕಸ್ ಪಡೆಯಿರಿ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ಎಡ್ಜ್ ಬಣ್ಣಗಳು ಸಂಬಂಧ ಪ್ರಕಾರ ತಿಳಿಸುತ್ತವೆ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ಸರ್ಚ್ ಎಲ್ಲ ಮೂರು ದೃಷ್ಟಿಗಳಲ್ಲಿಯೂ ಒಮ್ಮೆಲೆ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ಒಂದು ಒತ್ತಿನಿಂದ ಭಾಷಾ ಬದಲಾವಣೆ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ಭಾಷಾ ಸ್ಥಳೀಕರಣ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ಒಂದು ಜ್ಞಾನವೃತ್ತ · ಮೂರು ಲಿಪಿಗಳು.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ಆಂಗ್ಲ (IAST)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ದೇವನಾಗರಿ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ಕನ್ನಡ ಲಿಪಿ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ಶ್ಲೋಕಗಳು · ಮೂರು ಲಿಪಿಗಳಲ್ಲಿ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ಆಧಾರ ಶ್ಲೋಕ ದೇವನಾಗರಿ, IAST, ಮತ್ತು ಕನ್ನಡ ಲಿಪಿಯಲ್ಲಿ.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ಮೂಲ-ಆಧಾರಿತ ಪರೀಕ್ಷೆ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 ಪರೀಕ್ಷಿತ.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ಪ್ರತಿ ಪರಿಕಲ್ಪನಾ ನೋಡ್ ಕನಿಷ್ಠ ಒಂದು ಸ್ಪಷ್ಟ ಗೀತಾ ಶ್ಲೋಕದಲ್ಲಿ ನೆಲೆಗೊಂಡಿದೆ. ಮಾಧ್ವರ ವ್ಯಾಖ್ಯಾನ ವಿಶಿಷ್ಟವಿರುವ ಕಡೆ — ಬ್ರಹ್ಮ = ಹರಿ, ಅಕ್ಷರ = ಲಕ್ಷ್ಮಿ, ಮೋಕ್ಷದಲ್ಲಿ ತಾರತಮ್ಯ, ಜೀವ ಭೇದ — ಡೇಟಾ ಫೈಲ್ ಚಿಹ್ನಿಸಿದೆ.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ಸಾಮರ್ಥ್ಯಗಳು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ಈ ಕೃತಿ ಏನು ಮಾಡುತ್ತದೆ — ಒಂದು ಪರದೆಯಲ್ಲಿ.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ಮಾಧ್ವ ವಿಶೇಷಗಳು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ಅದ್ವೈತ ವ್ಯಾಖ್ಯಾನದಿಂದ ಎಲ್ಲಿ ಭಿನ್ನ.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ಬ್ರಹ್ಮ = ವಿಷ್ಣು/ನಾರಾಯಣ, ನಿರ್ಗುಣ ಅಲ್ಲ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ಅಕ್ಷರ ಪುರುಷ = ಲಕ್ಷ್ಮಿ, ನಿರ್ವ್ಯಕ್ತಿಕ ಅಲ್ಲ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ಮೋಕ್ಷದಲ್ಲಿ ತಾರತಮ್ಯ — ಅಭಿನ್ನ ಆನಂದ ಅಲ್ಲ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ಜೀವ ಭೇದ ಸತ್ಯ, ನಿತ್ಯ, ಬಹುಧಾ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ಭಕ್ತಿ ಮೋಕ್ಷದ ಸಾಧನ ಮತ್ತು ತತ್ತ್ವ ಎರಡೂ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ಚರಮ ಶ್ಲೋಕ (ಗೀ. 18.66) ಮೋಕ್ಷೋಪದೇಶದ ಸಾರ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ಸಾಮಾನ್ಯ ಸತ್ರ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ಹೇಗೆ ನ್ಯಾವಿಗೇಟ್ ಮಾಡುವುದು.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BROWSE-ನಲ್ಲಿ ಆರಂಭ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ಒಂದು ಪರಿಕಲ್ಪನೆ ಒತ್ತಿ (ಉದಾ. ಸ್ಥಿತಪ್ರಜ್ಞ)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ಶ್ಲೋಕ, ಟಿಪ್ಪಣಿ, ಮಾಧ್ವ ಕಾಲ್‌ಔಟ್ ಓದಿ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ಸಂಬಂಧಿತ ಪರಿಕಲ್ಪನೆ (ಉದಾ. ಮೋಕ್ಷ) ಒತ್ತಿ ಮುಂದೆ ಸಾಗಿ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MAP-ನಲ್ಲಿ ನಿಮ್ಮ ಸ್ಥಾನ ನೋಡಿ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ಭಗವದ್ಗೀತಾ · ಪರಿಕಲ್ಪನಾ ಜ್ಞಾನ ಗ್ರಾಫ್</dc:title>
  <dc:subject>PptxGenJS Presentation</dc:subject>
  <dc:creator>kvinayakpai</dc:creator>
  <cp:lastModifiedBy>kvinayakpai</cp:lastModifiedBy>
  <cp:revision>1</cp:revision>
  <dcterms:created xsi:type="dcterms:W3CDTF">2026-05-15T19:30:07Z</dcterms:created>
  <dcterms:modified xsi:type="dcterms:W3CDTF">2026-05-15T19:30:07Z</dcterms:modified>
</cp:coreProperties>
</file>
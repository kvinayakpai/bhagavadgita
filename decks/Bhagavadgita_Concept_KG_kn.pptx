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ಭಗವದ್ಗೀತಾ · ಪರಿಕಲ್ಪನಾ ಜ್ಞಾನ-ಪಟ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88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ಮಧ್ವ-ಸಿದ್ಧಾಂತದ ಓದು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166360" y="3520440"/>
            <a:ext cx="1828800" cy="18288"/>
          </a:xfrm>
          <a:prstGeom prst="rect">
            <a:avLst/>
          </a:prstGeom>
          <a:solidFill>
            <a:srgbClr val="C9B58A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749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ಪರಿಕಲ್ಪನಾ ಗ್ರಾಫ್ · ಮಧ್ವ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Concept KG · github.com/kvinayakpai/Bhagavadgita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ಇದನ್ನು ಏಕೆ ರಚಿಸಿದ್ದು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ಗೀತೆಯ ೭೦೦ ಶ್ಲೋಕಗಳು ವಿಶ್ವ-ರಚನೆ, ಧರ್ಮ, ಆಧ್ಯಾತ್ಮಿಕ ತತ್ತ್ವಗಳನ್ನು ನೂರಾರು ಪರಿಕಲ್ಪನೆಗಳಲ್ಲಿ ಹೆಣೆದಿವೆ. ಒಮ್ಮೆ ಕ್ರಮವಾಗಿ ಓದಿದರೆ ಸಾಗುತ್ತದೆ, ಆದರೆ ಎಲ್ಲಾ ಯೋಗ, ದೋಷ, ಯಜ್ಞ, ಫಲಗಳ ನಡುವಿನ ರಚನಾತ್ಮಕ ಸಂಬಂಧಗಳು ಕಳೆದುಹೋಗುತ್ತವೆ. ಈ ಪರಿಕಲ್ಪನಾ ಜ್ಞಾನ-ಪಟವು ಇಡೀ ಜಾಲವನ್ನು ತೋರಿಸುತ್ತದೆ — ಪ್ರತಿ ಪರಿಕಲ್ಪನೆ ಒಂದು ಶ್ಲೋಕದಲ್ಲಿ ಆಧಾರಿತ, ಪ್ರತಿ ಸಂಬಂಧ ವರ್ಗೀಕೃತ, ಮಧ್ವ-ಸಿದ್ಧಾಂತದ ದೃಷ್ಟಿಯಿಂದ ಓದಿದ್ದು.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ಹನ್ನೆರಡು ಸ್ತರಗಳು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ಪರಿಕಲ್ಪನೆಗಳನ್ನು ಹನ್ನೆರಡು ತಾರತಮ್ಯ-ಸ್ತರಗಳಲ್ಲಿ ಜೋಡಿಸಲಾಗಿದೆ — ಪರಮಾರ್ಥದಿಂದ ಪ್ರತೀಕದವರೆಗೆ ಒಂದು ಸೋಪಾನ-ಪಂಕ್ತಿ. ಪ್ರತಿ ಸ್ತರವು ಒಂದೇ ಜಾತಿಯ ಪರಿಕಲ್ಪನೆಗಳನ್ನು ಒಗ್ಗೂಡಿಸುತ್ತದೆ. ಸಂಬಂಧಗಳು (is-a, leads-to, antidote-to, arises-from, opposite-of, includes, predicates-on, transforms-into) ಶ್ಲೋಕದಿಂದ ಶ್ಲೋಕಕ್ಕೆ ಪರಿಕಲ್ಪನೆಗಳನ್ನು ಜೋಡಿಸುತ್ತವೆ.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958084"/>
            <a:ext cx="164592" cy="164592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803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à²ªà²°à²®à²¾à²°à³à²¥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14600" y="28803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Ultimate reality â€” Hari, the sarvottama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2958084"/>
            <a:ext cx="164592" cy="164592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8803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à²¤à²¤à³à²¤à³à²µ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0" y="28803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Metaphysical categories â€” jÄ«va, praká¹›ti, kÄla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287268"/>
            <a:ext cx="164592" cy="164592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09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à²•à³à²·à³‡à²¤à³à²°-à²•à³à²·à³‡à²¤à³à²°à²œà³à²ž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14600" y="32095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Field &amp; field-knower â€” body, knower, 24 elements (Ch 13)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287268"/>
            <a:ext cx="164592" cy="164592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3209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à²—à³à²£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0" y="32095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three modes of praká¹›ti â€” sattva, rajas, tamas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616452"/>
            <a:ext cx="164592" cy="164592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5387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à²¯à³‹à²—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14600" y="35387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Paths â€” karma, jÃ±Äna, bhakti, dhyÄna, sannyÄsa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3616452"/>
            <a:ext cx="164592" cy="164592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35387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à²¸à²¾à²§à²¨à²¾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35387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Practices â€” Å›raddhÄ, vairÄgya, yajÃ±a, tapas, tyÄga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945636"/>
            <a:ext cx="164592" cy="164592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86791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à²…à²‚à²¤à²ƒà²•à²°à²£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514600" y="386791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Inner instrument â€” manas, buddhi, ahaá¹…kÄra, indriyas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63640" y="3945636"/>
            <a:ext cx="164592" cy="164592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86791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à²§à²°à³à²®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0" y="386791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Ethics â€” svadharma, niá¹£kÄma-karma, sthita-prajÃ±a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274820"/>
            <a:ext cx="164592" cy="164592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19709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à²¦à³‹à²·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514600" y="419709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Defects â€” kÄma, krodha, lobha, moha, asat-saá¹…ga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63640" y="4274820"/>
            <a:ext cx="164592" cy="164592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419709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à²«à²²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29600" y="419709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Goals &amp; states â€” moká¹£a, paramagati, brÄhmÄ«-sthiti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4604004"/>
            <a:ext cx="164592" cy="164592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5262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à²¯à²œà³à²ž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514600" y="45262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Sacrifice varieties â€” dravya, tapo, jÃ±Äna, svÄdhyÄya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263640" y="4604004"/>
            <a:ext cx="164592" cy="164592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45262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à²ªà³à²°à²¤à³€à²•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29600" y="45262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Symbols &amp; metaphors â€” aÅ›vattha, ratha, praá¹‡ava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à²ªà²°à²®à²¾à²°à³à²¥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ಪರಮ ತತ್ತ್ವ. ಗೀತೆಯ ಉನ್ನತ ಪರಿಕಲ್ಪನೆ ನಿರ್ವಿಶೇಷ ಬ್ರಹ್ಮ ಅಲ್ಲ, ಬದಲಿಗೆ ಹರಿ — ವಿಷ್ಣು, ಕ್ಷರಕ್ಕಿಂತ (ನಶ್ವರ ಜೀವಗಳಿಂದ) ಮತ್ತು ಅಕ್ಷರಕ್ಕಿಂತ (ಕೂಟಸ್ಥ ಲಕ್ಷ್ಮಿಯಿಂದ) ಪರನಾದ ಪುರುಷೋತ್ತಮ. ಹದಿನೈದನೆಯ ಅಧ್ಯಾಯದಲ್ಲಿ ಕೃಷ್ಣ ಇದನ್ನು ಪುರುಷೋತ್ತಮ-ಯೋಗದಲ್ಲಿ ಪ್ರಕಟಿಸುತ್ತಾನೆ.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à²¬à³à²°à²¹à³à²® â€” à²ªà²°à²¤à²¤à³à²¤à³à²µ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8.3 Â· 14.27 Â· 15.18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à²®à²§à³à²µ-à²¸à²¿à²¦à³à²§à²¾à²‚à²¤à²¦à²²à³à²²à²¿ à²¬à³à²°à²¹à³à²® à²Žà²‚à²¬ à²¶à²¬à³à²¦à²µà³ à²•à³‡à²µà²² à²µà²¿à²·à³à²£à³à²µà²¿à²¨ (à²¨à²¾à²°à²¾à²¯à²£à²¨) à²µà²¾à²šà²• â€” à²¸à²°à³à²µà³‹à²¤à³à²¤à²®, à²•à³à²·à²°à²¾à²•à³à²·à²°à²¾à²¤à³€à²¤ à²ªà³…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à²ªà²°à²®à²¾à²¤à³à²®à²¾ â€” à²…à²‚à²¤à²°à³à²¯à²¾à²®à²¿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13.22 Â· 15.17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à²¸à²°à³à²µ à²¦à³‡à²¹à²—à²³à²²à³à²²à²¿ à²¸à²¾à²•à³à²·à²¿-à²­à²°à³à²¤à³ƒ-à²¨à²¿à²¯à²‚à²¤à³ƒ à²°à³‚à²ªà²¦à²²à³à²²à²¿ à²¸à³à²¥à²¿à²¤à²¨à²¾à²¦ à²ªà²°à²® à²†à²¤à³à²®à²¾. à²œà³€à²µà²•à³à²•à²¿à²‚à²¤ à²…à²¤à³à²¯à²‚à²¤ à²­à²¿à²¨à³à²¨ (à²—à³€à¥° à³§à³«à¥¤à³§…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à²ªà³à²°à³à²·à³‹à²¤à³à²¤à²® â€” à²ªà²°à²® à²ªà³à²°à³à²·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15.18â€“19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à²•à³à²·à²°à²¾à²•à³à²·à²°à²—à²³à²¿à²—à²¿à²‚à²¤ à²…à²¤à³€à²¤à²¨à²¾à²¦ à²‰à²¤à³à²¤à²® à²ªà³à²°à³à²· à²Žà²‚à²¬à³à²¦à³ à²•à³ƒà²·à³à²£à²¨ à²†à²¤à³à²®-à²¨à²¿à²°à³‚à²ªà²£à³†. à²¹à²¦à²¿à²¨à³ˆà²¦à²¨à³†à²¯ à²…à²§à³à²¯à²¾à²¯à²¦ à²¹à²°à³à²®à³†à²¨à³à²¯à³‚à²Ÿà…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à²…à²•à³à²·à²°à²ªà³à²°à³à²· â€” à²•à³‚à²Ÿà²¸à³à²¥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15.16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à²•à³‚à²Ÿà²¸à³à²¥ à²…à²•à³à²·à²° â€” à²®à²§à³à²µ-à²®à²¤à²¦à²²à³à²²à²¿ à²²à²•à³à²·à³à²®à³€, à²¨à²¿à²¤à³à²¯-à²®à³à²•à³à²¤-à²œà³€à²µ-à²—à²£-à²®à³à²–à³à²¯à²¾. à²¹à²°à²¿à²¯ à²¨à²‚à²¤à²° à²¸à²°à³à²µà³‹à²¤à³à²¤à²®à²¾.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A83F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à²¤à²¤à³à²¤à³à²µ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ತತ್ತ್ವ-ವರ್ಗಗಳು. ಅಷ್ಟಾಂಗ ಅಪರಾ ಪ್ರಕೃತಿ ಮತ್ತು ಜೀವ-ಭೂತ ಪರಾ ಪ್ರಕೃತಿ ವಾಸ್ತವದ ರಚನೆಯನ್ನು ರೂಪಿಸುತ್ತವೆ. ಕಾಲ, ಕರ್ಮ, ಸ್ವಭಾವ ಸಹ ಅಲ್ಲಿಯೇ ಇವೆ. ಮಧ್ವ ಪ್ರತಿ ವರ್ಗವನ್ನು ವಾಸ್ತವಿಕ, ಪ್ರತ್ಯೇಕ ತತ್ತ್ವವಾಗಿ ಉಳಿಸುತ್ತಾನೆ — ಒಂದೇ ಬ್ರಹ್ಮದಲ್ಲಿ ಲಯ ಆಗಿಸುವುದಿಲ್ಲ.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à²œà³€à²µ â€” à²¦à³‡à²¹à²¸à³à²¥ à²†à²¤à³à²®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à²¹à²°à²¿à²¯ à²¨à²¿à²¤à³à²¯ à²…à²‚à²¶ (à²—à³€à¥° à³§à³«à¥¤à³­) â€” à²¸à²¤à³à²¯, à²­à²¿à²¨à³à²¨, à²¬à²¹à³à²µà²¿à²§, à²Žà²‚à²¦à²¿à²—à³‚ à²¬à³à²°à²¹à³à²®à²¦à²²à³à²²à²¿ à²²à³€à²¨à²µà²¾à²—à³à²µà³à²¦à²¿à²²à³à²². à²®à³à²•à³à²¤à²¿-à²ªà²°à³à²¯à²‚à²¤ à²…à…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à²ªà³à²°à²•à³ƒà²¤à²¿ â€” à²®à³‚à²²-à²œà²¡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7.4â€“5 Â· 9.10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à²¹à²°à²¿à²¯ à²…à²ªà²°à²¾-à²ªà³à²°à²•à³ƒà²¤à²¿ à²Žà²‚à²Ÿà³ à²µà²¿à²§ â€” à²­à³‚à²®à²¿, à²†à²ªà²ƒ, à²…à²¨à²², à²µà²¾à²¯à³, à²–à²‚, à²®à²¨à²ƒ, à²¬à³à²¦à³à²§à²¿, à²…à²¹à²‚à²•à²¾à²°. à²¸à²°à³à²µ-à²°à³‚à²ªà²—à²³ à²¯à³‹à²¨à²¿.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à²¸à³à²µà²­à²¾à²µ â€” à²¸à²¹à²œ-à²ªà³à²°à²•à³ƒà²¤à²¿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5.14 Â· 8.3 Â· 18.41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à²ªà³à²°à²¤à²¿ à²œà³€à²µà²¦ à²…à²¨à²¾à²¦à²¿ à²¸à²¹à²œ à²¸à³à²µà²­à²¾à²µ (à²®à²§à³à²µ-à²®à²¤à²¦à²²à³à²²à²¿ à²¸à³à²µà²°à³‚à²ª-à²¯à³‹à²—à³à²¯à²¤à²¾). à²µà²°à³à²£, à²¸à²¾à²®à²°à³à²¥à³à²¯ à²®à²¤à³à²¤à³ à²…à²‚à²¤à²¿à²® à²—à²¤à²¿à²¯à²¨à³à²¨à³ à²¨à²¿à²°…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à²ˆà²¶à³à²µà²° â€” à²¨à²¿à²¯à²‚à²¤à²¾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à²¹à²°à²¿à²¯à³ à²…à²‚à²¤à²°à³à²¯à²¾à²®à²¿ à²°à³‚à²ªà²¦à²²à³à²²à²¿ à²¸à²°à³à²µ-à²¹à³ƒà²¦à²¯à²¦à²²à³à²²à²¿ à²¨à²¿à²‚à²¤à³ à²¯à²‚à²¤à³à²°à²¾à²°à³‚à²¢-à²®à²¾à²¯à³†à²¯à²¿à²‚à²¦ à²œà³€à²µà²—à²³à²¨à³à²¨à³ à²­à³à²°à²®à²¿à²¸à³à²¤à³à²¤à²¾à²¨à³†.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8702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à²•à³à²·à³‡à²¤à³à²°-à²•à³à²·à³‡à²¤à³à²°à²œà³à²ž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ಕ್ಷೇತ್ರ ಮತ್ತು ಕ್ಷೇತ್ರಜ್ಞ. ಶರೀರ ಕ್ಷೇತ್ರ, ಜೀವ ಕ್ಷೇತ್ರಜ್ಞ, ಮತ್ತು ಎಲ್ಲಾ ಶರೀರಗಳಲ್ಲಿ ಪರಮ ಕ್ಷೇತ್ರಜ್ಞ ಸ್ವತಃ ಕೃಷ್ಣ. ಹದಿಮೂರನೆಯ ಅಧ್ಯಾಯದಲ್ಲಿ ಕ್ಷೇತ್ರದ ೨೪ ತತ್ತ್ವ ಮತ್ತು ೭ ವಿಕಾರಗಳನ್ನು ವಿವರಿಸಲಾಗಿದೆ.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à²•à³à²·à³‡à²¤à³à²°à²œà³à²ž â€” à²•à³à²·à³‡à²¤à³à²°-à²µà³‡à²¤à³à²¤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à²•à³à²·à³‡à²¤à³à²°à²µà²¨à³à²¨à³ à²¬à²²à³à²²à²µà²¨à³ à²•à³à²·à³‡à²¤à³à²°à²œà³à²ž. à²•à³ƒà²·à³à²£-à²µà²šà²¨ â€” "à²•à³à²·à³‡à²¤à³à²°à²œà³à²žà²‚ à²šà²¾à²ªà²¿ à²®à²¾à²‚ à²µà²¿à²¦à³à²§à²¿ à²¸à²°à³à²µ-à²•à³à²·à³‡à²¤à³à²°à³‡à²·à³ à²­à²¾à²°à²¤" â€…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à²•à³à²·à³‡à²¤à³à²° â€” à²¶à²°à³€à²°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13.1 Â· 13.5â€“6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à²ˆ à²¶à²°à³€à²°à²µà³ à²‡à²ªà³à²ªà²¤à³à²¤à²¨à²¾à²²à³à²•à³ à²¤à²¤à³à²¤à³à²µà²—à²³ à²¸à²‚à²˜à²¾à²¤ â€” à²®à²¹à²¾à²­à³‚à²¤à²—à²³à³, à²…à²¹à²‚à²•à²¾à²°, à²¬à³à²¦à³à²§à²¿, à²…à²µà³à²¯à²•à³à²¤, à²‡à²‚à²¦à³à²°à²¿à²¯à²—à²³à³, à²®à²¨à²¸à³à²¸à³, à²µà²¿…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à²®à²¹à²¾à²­à³‚à²¤à²—à²³à³ â€” à²à²¦à³ à²¸à³à²¥à³‚à²² à²¤à²¤à³à²¤à³à²µà²—à²³à³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13.5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à²ªà³ƒà²¥à²¿à²µà³€, à²†à²ªà³, à²¤à³‡à²œ, à²µà²¾à²¯à³, à²†à²•à²¾à²¶ â€” à²‡à²ªà³à²ªà²¤à³à²¤à²¨à²¾à²²à³à²•à³ à²•à³à²·à³‡à²¤à³à²°-à²¤à²¤à³à²¤à³à²µà²—à²³à²²à³à²²à²¿ à²®à³Šà²¦à²² à²à²¦à³.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à²…à²µà³à²¯à²•à³à²¤ â€” à²®à³‚à²²-à²ªà³à²°à²•à³ƒà²¤à²¿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13.5 Â· 8.18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à²µà²¿à²•à²¾à²°à²—à²³à²¿à²—à³† à²®à³Šà²¦à²²à²¿à²¨ à²®à³‚à²²-à²ªà³à²°à²•à³ƒà²¤à²¿. à²…à²¦à²°à²¿à²‚à²¦ à²®à²¹à²¤à³, à²…à²¹à²‚à²•à²¾à²° à²®à²¤à³à²¤à³ à²¤à²¨à³à²®à²¾à²¤à³à²°à²—à²³à³ à²ªà³à²°à²µà²°à³à²¤à²¿à²¸à³à²¤à³à²¤à²µà³†.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69E2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à²—à³à²£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ಪ್ರಕೃತಿಯ ಮೂರು ಗುಣಗಳು — ಸತ್ತ್ವ (ಪ್ರಕಾಶ, ಜ್ಞಾನ), ರಜಸ್ (ರಾಗ, ಕ್ರಿಯೆ), ತಮಸ್ (ಜಡತೆ, ಮೋಹ). ೧೪, ೧೭, ೧೮ನೇ ಅಧ್ಯಾಯಗಳಲ್ಲಿ ಪ್ರತಿ ಕರ್ಮ, ಆಹಾರ, ಯಜ್ಞ, ಜ್ಞಾನವನ್ನು ಅದರ ಗುಣಕ್ಕೆ ತಲುಪಿಸಲಾಗಿದೆ. ಮೋಕ್ಷ ಗುಣಾತೀತತೆ — ಮೂರೂ ಗುಣಗಳಿಂದ ಆಚೆಗೆ.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à²ªà³à²°à²•à²¾à²¶à²¸à³à²¯ à²—à³à²£à²ƒ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14.6 Â· 14.11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à²²à²˜à³, à²ªà³à²°à²•à²¾à²¶à²•à²‚, à²…à²¨à²¾à²®à²¯à²®à³ â€” à²¸à³à²–à²¸à²‚à²—à³‡à²¨ à²œà³à²žà²¾à²¨à²¸à²‚à²—à³‡à²¨ à²š à²œà³€à²µà²‚ à²¬à²§à³à²¨à²¾à²¤à²¿à¥¤ à²µà²¿à²µà³‡à²•à²¿à²·à³ à²ªà³à²°à²¬à²²à²ƒà¥¤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à²°à²¾à²—à²¸à³à²¯ à²—à³à²£à²ƒ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14.7 Â· 14.12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à²°à²¾à²—à²¾à²¤à³à²®à²•à²‚ à²¸à²‚à²—à²¾à²¤à³à²®à²•à²‚ â€” à²¤à³ƒà²·à³à²£à²¾à²¸à²‚à²—à²¯à³‹à²ƒ à²¸à²®à³à²¦à³à²­à²µà²®à³à¥¤ à²…à²¨à²µà²°à²¤à²•à²°à³à²®à²ªà³à²°à²µà²°à³à²¤à²•à²®à³à¥¤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à²…à²‚à²§à²•à²¾à²°à²¸à³à²¯ à²—à³à²£à²ƒ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14.8 Â· 14.13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à²…à²œà³à²žà²¾à²¨à²œà²‚ â€” à²¸à²°à³à²µà²¾à²¨à³ à²¦à³‡à²¹à²¿à²¨à³‹ à²®à³‹à²¹à²¯à²¤à²¿; à²ªà³à²°à²®à²¾à²¦à²¾à²²à²¸à³à²¯à²¨à²¿à²¦à³à²°à²¾à²­à²¿à²°à³à²¬à²§à³à²¨à²¾à²¤à²¿à¥¤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à²—à³à²£à²¾à²¨à²¾à²®à²¤à³€à²¤à²ƒ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14.22â€“25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à²¯à²¸à³à²®à²¿à²¨à³ à²¸à²‚à²—à²¾à²¦à³ à²—à³à²£à²ªà³à²°à²µà³ƒà²¤à³à²¤à²¿à²°à³à²¨ à²œà²¾à²¯à²¤à³‡; à²®à²¿à²¤à³à²°à²¾à²°à²¿à²·à³ à²¸à²®à²ƒ; à²¸à²°à³à²µà²¾à²°à²‚à²­à²ªà²°à²¿à²¤à³à²¯à²¾à²—à³€à¥¤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7B8D2E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à²¯à³‹à²—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ಮಾರ್ಗಗಳು. ಕರ್ಮಯೋಗ, ಜ್ಞಾನಯೋಗ, ಭಕ್ತಿಯೋಗ, ಧ್ಯಾನಯೋಗ, ಸಂನ್ಯಾಸ. ಮಧ್ವರ ಪ್ರಕಾರ ಭಕ್ತಿ ಕೇವಲ ಒಂದು ಮಾರ್ಗ ಅಲ್ಲ — ಅದು ಅನಿವಾರ್ಯ ಸಾಧನವೂ, ಮೋಕ್ಷದ ಅಂಗವೂ ಆಗಿದೆ.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à²­à²•à³à²¤à²¿à²®à²¾à²°à³à²—à²ƒ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9.22 Â· 11.54 Â· 18.55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à²¹à²°à³Œ à²ªà³à²°à³‡à²®à²ªà³‚à²°à³à²µà²•à²‚ à²œà³à²žà²¾à²¨à²‚ â€” à²¸à²°à³à²µà²œà³à²žà²¾à²¨à²¾à²¤à²¿à²¶à²¾à²¯à²¿à¥¤ à²®à²§à³à²µà²®à²¤à³‡ à²­à²•à³à²¤à²¿à²ƒ à²¸à³à²¥à²¿à²°à²œà³à²žà²¾à²¨à²ªà³‚à²°à³à²µà²¿à²•à²¾à²ªà³à²°à³‡à²®à²°à³‚à²ªà²¾, à²®à³‹à²•à³…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à²¹à²°à³Œ à²¶à²°à²£à²¾à²—à²¤à²¿à²ƒ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'à²¸à²°à³à²µà²§à²°à³à²®à²¾à²¨à³ à²ªà²°à²¿à²¤à³à²¯à²œà³à²¯ à²®à²¾à²®à³‡à²•à²‚ à²¶à²°à²£à²‚ à²µà³à²°à²œ' â€” à²—à³€à²¤à²¾à²¯à²¾à²ƒ à²šà²°à²®à³‹à²ªà²¦à³‡à²¶à²ƒà¥¤ à²¹à²°à²¿à²‚ à²¸à²°à³à²µà²¶à²°à²£à²‚ à²•à³ƒà²¤à³à²µà²¾ à²¸à²°à³à²µà²ªà²¾à²ªà²®à³‹à²šà²¨à²…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à²¨à²¿à²·à³à²•à²¾à²®à²•à²°à³à²®à²£à³‹ à²®à²¾à²°à³à²—à²ƒ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 Â· 3.19 Â· 5.2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à²¸à³à²µà²•à³€à²¯à²‚ à²•à²°à³à²¤à²µà³à²¯à²‚ à²¹à²°à²¯à³‡ à²…à²°à³à²ªà²£à²‚ à²•à³ƒà²¤à³à²µà²¾, à²¸à²°à³à²µà²«à²²à²‚ à²¤à²¸à³à²®à³ˆ à²¸à²®à²°à³à²ªà³à²¯ à²†à²šà²°à²£à²®à³à¥¤ à²¶à³à²°à³€à²•à³ƒà²·à³à²£à²¸à³à²¯ à²…à²°à³à²œà³à²¨à²¾à²¯ à²ªà³à²°à²®à³…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à²µà²¿à²µà³‡à²•à²œà³à²žà²¾à²¨à²®à²¾à²°à³à²—à²ƒ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 Â· 4.33â€“38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à²¹à²°à²¿à²‚ à²ªà²°à²‚ à²œà³à²žà²¾à²¤à³à²µà²¾, à²œà³€à²µà²‚ à²¤à²¦à²‚à²¶à²‚, à²œà²—à²šà³à²š à²¤à²¦à²§à³€à²¨à²‚ à²¸à²¤à³à²¯à²‚ à²œà³à²žà²¾à²¤à³à²µà²¾ à²ªà³à²°à²µà³ƒà²¤à³à²¤à²¿à²ƒà¥¤ à²…à²§à²¿à²•à²¾à²°à²¿à²£à²¾à²‚ à²¸à²¾à²§à²¨à²®à³à¥¤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3F7A4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à²¸à²¾à²§à²¨à²¾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ಸಾಧನೆಗಳು. ಶ್ರದ್ಧಾ, ವೈರಾಗ್ಯ, ಅಭ್ಯಾಸ, ತಪಸ್, ದಾನ, ಸತ್ಸಂಗ, ಜಪ, ಸ್ಮರಣ, ಶರಣಾಗತಿ. ಗೀತೆ ಇವನ್ನು ಸ್ವ-ಕರ್ತೃತ್ವದಿಂದ ಅಲ್ಲ, ಭಗವಂತನಿಂದ ನಿಯೋಜಿತ ಸಾಧನಗಳಾಗಿ ಪ್ರಸ್ತುತಪಡಿಸುತ್ತದೆ — ಇವುಗಳ ಮೂಲಕ ಅನುಗ್ರಹ ಹರಿಯುತ್ತದೆ.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à²¶à³à²°à²¦à³à²§à²¾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17.2â€“3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à²¶à³à²°à²¦à³à²§à²¾ à²¸à³à²µà²­à²¾à²µà²¾à²¨à³à²—à²¾ â€” à²¯à³‹ à²¯à²šà³à²›à³à²°à²¦à³à²§à²ƒ à²¸ à²à²µ à²¸à²ƒà¥¤ à²—à³à²£à²¤à²¸à³à²¤à³à²°à²¿à²µà²¿à²§à²¾ â€” à²¦à³‡à²µà³‡à²·à³ à²¸à²¾à²¤à³à²¤à³à²µà²¿à²•à³€, à²¯à²•à³à²·à²°à²•à³à²·à²ƒà²¸à³ à²°à²¾à…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à²µà³ˆà²°à²¾à²—à³à²¯à²®à³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6.35 Â· 13.8â€“11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à²µà²¿à²·à²¯à³‡à²­à³à²¯à³‹ à²µà²¿à²°à²•à³à²¤à²¿à²ƒ â€” à²¨ à²œà³€à²µà²¨à²¨à²¿à²·à³‡à²§à²ƒ, à²…à²ªà²¿ à²¤à³ à²¬à²‚à²§à²¨à²ªà³à²°à²¦à²¾à²•à²°à³à²·à²£à²¾à²¨à²¾à²‚ à²µà²¿à²µà³‡à²•à³‡à²¨ à²¦à²°à³à²¶à²¨à²®à³à¥¤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à²…à²­à³à²¯à²¾à²¸à²ƒ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6.26 Â· 12.9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à²¸à²®à²¾à²§à³à²¯à²­à³à²¯à²¾à²¸à²ƒ â€” à²šà²‚à²šà²²à²‚ à²®à²¨à²ƒ à²ªà³à²¨à²ƒà²ªà³à²¨à²ƒ à²¨à²¿à²µà²°à³à²¤à³à²¯ à²¹à²°à³Œ à²¨à²¿à²¯à²®à²¨à²®à³à¥¤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à²¤à²ªà²ƒ (à²¤à³à²°à²¿à²µà²¿à²§à²®à³)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17.14â€“19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à²¦à³‡à²¹à²¸à³à²¯ à²¤à²ªà²ƒ (à²ªà³‚à²œà²¾/à²¶à³Œà²š/à²¬à³à²°à²¹à³à²®à²šà²°à³à²¯), à²µà²¾à²šà²¿à²•à²‚ (à²¸à²¤à³à²¯/à²ªà³à²°à²¿à²¯/à²¸à³à²µà²¾à²§à³à²¯à²¾à²¯), à²®à²¾à²¨à²¸à²¿à²•à²‚ (à²ªà³à²°à²¸à²¾à²¦/à²®à³Œà²¨/à²†à²¤à³à²®à²¨à²¿à²—à³à²°à²¹)à¥¤ à²¤à³…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2F6E7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à²…à²‚à²¤à²ƒà²•à²°à²£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ಅಂತಃಕರಣ. ಮನಸ್, ಬುದ್ಧಿ, ಅಹಂಕಾರ ಮತ್ತು ೧೧ ಇಂದ್ರಿಯಗಳು (ಜ್ಞಾನೇಂದ್ರಿಯ + ಕರ್ಮೇಂದ್ರಿಯ). ೬ನೇ ಅಧ್ಯಾಯದಲ್ಲಿ ಕೃಷ್ಣ ಇವುಗಳ ಸಂಯಮವನ್ನು, ೨.೬೭ರಲ್ಲಿ ಅನಿಯಂತ್ರಿತ ಇಂದ್ರಿಯಗಳ ಅಪಾಯವನ್ನು ತೋರಿಸುತ್ತಾನೆ.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à²…à²‚à²¤à²°à³à²¯à²¾à²®à³€ â€” à²¹à³ƒà²¦à²¯à³‡ à²¹à²°à²¿à²ƒ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"à²ˆà²¶à³à²µà²°à²ƒ à²¸à²°à³à²µ-à²­à³‚à²¤à²¾à²¨à²¾à²‚ à²¹à³ƒà²¦à³à²¦à³‡à²¶à³‡à²½à²°à³à²œà³à²¨ à²¤à²¿à²·à³à² à²¤à²¿" â€” à²­à²—à²µà²¾à²¨à³ à²¸à²°à³à²µà³‡à²·à²¾à²‚ à²ªà³à²°à²¾à²£à²¿à²¨à²¾à²‚ à²¹à³ƒà²¦à²¯à³‡ à²¸à³à²¥à²¿à²¤à³à²µà²¾ à²¤à²¾à²¨à³ à²¸à²‚à…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à²®à²¨à²¸à³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6.34â€“35 Â· 3.6â€“7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à²à²•à²¾à²¦à²¶à²®à³ à²‡à²‚à²¦à³à²°à²¿à²¯à²®à³à¥¤ à²šà²‚à²šà²²à²‚ à²ªà³à²°à²®à²¾à²¥à²¿ à²¦à³à²°à³à²¨à²¿à²—à³à²°à²¹à²®à³ â€” à²¤à²¥à²¾à²ªà²¿ à²•à³ƒà²·à³à²£à²ƒ à²•à²¥à²¯à²¤à²¿ à²¯à²¦à³ à²…à²­à³à²¯à²¾à²¸à³‡à²¨ à²µà³ˆà²°à²¾à²—à³à²¯à³‡à²£ à²š à²¤à²¦à³…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à²¬à³à²¦à³à²§à²¿à²ƒ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18.30â€“32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à²•à²¾à²°à³à²¯à²¾à²•à²¾à²°à³à²¯-à²µà²¿à²µà³‡à²šà²¨à³€ à²µà³ƒà²¤à³à²¤à²¿à²ƒà¥¤ à²¸à²¾à²¤à³à²¤à³à²µà²¿à²•à³€ à²¬à³à²¦à³à²§à²¿à²ƒ à²ªà³à²°à²µà³ƒà²¤à³à²¤à²¿à²‚ à²¨à²¿à²µà³ƒà²¤à³à²¤à²¿à²‚ à²š à²œà²¾à²¨à²¾à²¤à²¿à¥¤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à²…à²¹à²‚à²•à²¾à²°à²ƒ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3.27 Â· 7.4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à²•à²°à³à²¤à³ƒà²¤à³à²µ-à²…à²­à²¿à²®à²¾à²¨à²ƒà¥¤ "à²•à²°à³à²¤à²¾à²¹à²®à³ à²‡à²¤à²¿ à²®à²¨à³à²¯à²¤à³‡" â€” à²…à²¹à²‚à²•à²¾à²°-à²µà²¿à²®à³‚à²¢à²¾à²¤à³à²®à²¾ à²ªà³à²°à³à²·à²ƒ à²¸à³à²µà²®à³ à²•à²°à³à²¤à²¾à²°à²‚ à²®à²¨à³à²¯à²¤à³‡à¥¤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3A4A7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à²§à²°à³à²®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ಧರ್ಮ. ಸ್ವಧರ್ಮ, ನಿಷ್ಕಾಮ-ಕರ್ಮ, ಸ್ಥಿತ-ಪ್ರಜ್ಞತೆ, ಅಭಯ, ಅಹಿಂಸಾ, ಸಮ-ದರ್ಶನ. ಮೋಕ್ಷಕ್ಕಾಗಿ ಧರ್ಮವನ್ನು ಬಿಡುವುದಿಲ್ಲ — ಅದೇ ಮೋಕ್ಷ-ಮಾರ್ಗ.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à²¸à³à²µà²§à²°à³à²®à²ƒ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3.35 Â· 18.47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"à²¶à³à²°à³‡à²¯à²¾à²¨à³ à²¸à³à²µà²§à²°à³à²®à³‹ à²µà²¿à²—à³à²£à²ƒ à²ªà²°à²§à²°à³à²®à²¾à²¤à³ à²¸à³à²µà²¨à³à²·à³à² à²¿à²¤à²¾à²¤à³" â€” à²¸à³à²µ-à²¸à³à²µà²­à²¾à²µ-à²œà²¾à²¤à²‚ à²•à²°à³à²® à²à²µ à²…à²¨à³à²·à³à² à³‡à²¯à²®à³à¥¤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à²µà²°à³à²£-à²¸à³à²µà²­à²¾à²µà²ƒ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4.13 Â· 18.41â€“44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à²¬à³à²°à²¾à²¹à³à²®à²£-à²•à³à²·à²¤à³à²°à²¿à²¯-à²µà³ˆà²¶à³à²¯-à²¶à³‚à²¦à³à²°à²¾à²ƒ â€” à²—à³à²£-à²•à²°à³à²®-à²µà²¿à²­à²¾à²—à³‡à²¨ à²‰à²¦à³à²­à³‚à²¤à²¾à²ƒ à²•à²°à³à²¤à²µà³à²¯à²¾à²ƒà¥¤ à²®à²¾à²§à³à²µà²®à²¤à³‡ à²à²¤à³‡ à²œà³€à²µà²¾à²¨à²¾à²‚ à²¨à²¿à²…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à²¨à²¿à²·à³à²•à²¾à²®-à²•à²°à³à²®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2.47 Â· 4.20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à²«à²²à²¾à²•à²¾à²‚à²•à³à²·à²¾à²‚ à²µà²¿à²¨à²¾ à²…à²¨à³à²·à³à² à²¿à²¤à²‚ à²•à²°à³à²®à¥¤ à²—à³€à²¤à²¾à²¯à²¾à²ƒ à²®à³à²–à³à²¯à²ƒ à²¨à³ˆà²¤à²¿à²•à²ƒ à²†à²¦à³‡à²¶à²ƒà¥¤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à²¸à³à²¥à²¿à²¤à²ªà³à²°à²œà³à²žà²ƒ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2.55â€“72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à²¸à³à²–-à²¦à³à²ƒà²–à²¯à³‹à²ƒ à²¸à²®à²ƒ, à²¸à²‚à²—-à²­à²¯-à²•à³à²°à³‹à²§-à²µà²¿à²®à³à²•à³à²¤à²ƒ, à²¸à²°à³à²µà²¤à²ƒ à²¸à²‚à²•à³à²šà²¿à²¤-à²‡à²‚à²¦à³à²°à²¿à²¯à²ƒà¥¤ à²¦à³à²µà²¿à²¤à³€à²¯à²¾à²§à³à²¯à²¾à²¯à²¸à³à²¯ à²…à²‚à²¤à²¿à²®à²‚ à²šà²¿à²¤à³à²°à²£à…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5A3E6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à²¦à³‹à²·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ದೋಷಗಳು. ಕಾಮ, ಕ್ರೋಧ, ಲೋಭ — ತ್ರಿವಿಧ ನರಕದ ದ್ವಾರ (೧೬.೨೧). ಮೋಹ, ಅಹಂಕಾರ-ಮಮತೆ, ಅಸತ್‍ಸಂಗ, ಆಸುರೀ-ಸಂಪತ್. ಗೀತೆ ಪ್ರತಿ ದೋಷದ ಮೂಲ ಮತ್ತು ಪ್ರತಿಕಾರವನ್ನು ತೋರಿಸುತ್ತದೆ.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à²†à²¸à³à²°à³€ à²¸à²‚à²ªà²¤à³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16.4 Â· 16.7â€“20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à²¦à²‚à²­à²ƒ à²¦à²°à³à²ªà²ƒ à²…à²­à²¿à²®à²¾à²¨à²ƒ à²•à³à²°à³‹à²§à²ƒ à²ªà²¾à²°à³à²·à³à²¯à²®à³ à²…à²œà³à²žà²¾à²¨à²®à³ â€” à²¦à³ˆà²µà³€-à²¸à²‚à²ªà²¦à²ƒ à²µà²¿à²ªà²°à³€à²¤à²®à³à¥¤ à²¬à²‚à²§à²¾à²¯ à²•à²²à³à²ªà²¤à³‡à¥¤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à²•à²¾à²®à²ƒ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3.37â€“39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"à²°à²œà³‹à²—à³à²£-à²¸à²®à³à²¦à³à²­à²µà²ƒ, à²®à²¹à²¾à²¶à²¨à²ƒ, à²®à²¹à²¾à²ªà²¾à²ªà³à²®à²¾, à²‡à²¹ à²µà³ˆà²°à³€" â€” à²•à³ƒà²·à³à²£à²ƒ à²•à²¾à²®à²‚ à²ªà³à²°à²¥à²®à²‚ à²¶à²¤à³à²°à³à²‚ à²¨à²¾à²®à³à²¨à²¾ à²¨à²¿à²°à³à²¦à²¿à²¶à²¤à²¿à¥¤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à²•à³à²°à³‹à²§à²ƒ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2.62â€“63 Â· 3.37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à²•à²¾à²®-à²µà²¿à²˜à²¾à²¤à²¾à²¤à³ à²•à³à²°à³‹à²§à²ƒ à²‰à²¦à³à²­à²µà²¤à²¿; à²•à³à²°à³‹à²§à²¾à²¤à³ à²¸à²‚à²®à³‹à²¹à²ƒ; à²¸à²‚à²®à³‹à²¹à²¾à²¤à³ à²¸à³à²®à³ƒà²¤à²¿-à²µà²¿à²­à³à²°à²®à²ƒà¥¤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à²²à³‹à²­à²ƒ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16.21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à²•à²¾à²®-à²•à³à²°à³‹à²§à²¾à²­à³à²¯à²¾à²‚ à²¸à²¹ à²¨à²°à²•à²¸à³à²¯ à²¤à³à²°à²¿à²µà²¿à²§à²‚ à²¦à³à²µà²¾à²°à²®à³à¥¤ à²®à²¾à²°à³à²—à²¾à²°à²‚à²­à³‡ à²à²µ à²¤à³à²¯à²œà²¨à³€à²¯à²ƒà¥¤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7A1E5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à²«à²²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ಫಲಗಳು ಮತ್ತು ಸ್ಥಿತಿಗಳು. ಮೋಕ್ಷ, ಪರಮಾ-ಗತಿ, ಬ್ರಾಹ್ಮೀ-ಸ್ಥಿತಿ, ನಾಲ್ಕು ಮುಕ್ತಿ-ಶ್ರೇಣಿಗಳು (ಸಾಲೋಕ್ಯ, ಸಾಮೀಪ್ಯ, ಸಾರೂಪ್ಯ, ಸಾಯುಜ್ಯ). ಮಧ್ವರ ಪ್ರಕಾರ ಮೋಕ್ಷ ವಾಸ್ತವಿಕ ಆದರೆ ತಾರತಮ್ಯ-ಯುಕ್ತ — ಯಾವುದೇ ನಿರ್ವಿಶೇಷ ಆನಂದ ಅಲ್ಲ.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à²®à³‹à²•à³à²·à²ƒ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5.24â€“26 Â· 18.66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à²¸à²‚à²¸à²¾à²°à²¾à²¤à³ à²µà²¿à²¨à²¿à²°à³à²®à³à²•à³à²¤à²¿à²ƒ à²¹à²°à³‡à²ƒ à²¨à²¿à²¤à³à²¯à²¸à²¨à³à²¨à²¿à²§à²¿à²ªà³à²°à²¾à²ªà³à²¤à²¿à²¶à³à²šà¥¤ à²®à²¾à²§à³à²µà²®à²¤à³‡ à²®à³‹à²•à³à²·à²¸à³à²¯ à²šà²¤à³à²°à³à²µà²¿à²§à²‚ à²¤à²¾à²°à²¤à²®à³à²¯à²®à³ â…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à²šà²°à²®à²¶à³à²²à³‹à²•-à²«à²²à²®à³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"à²…à²¹à²‚ à²¤à³à²µà²¾ à²¸à²°à³à²µà²ªà²¾à²ªà³‡à²­à³à²¯à³‹ à²®à³‹à²•à³à²·à²¯à²¿à²·à³à²¯à²¾à²®à²¿ à²®à²¾ à²¶à³à²šà²ƒ" â€” à²…à²·à³à²Ÿà²¾à²¦à²¶à²¾à²§à³à²¯à²¾à²¯à³‡ à²•à³ƒà²·à³à²£à²¸à³à²¯ à²ªà³à²°à²¤à³à²¯à²•à³à²·à²¾à²¶à³à²µà²¾à²¸à²ƒà¥¤ à²®à²¾à²§à³…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à²¸à²¾à²²à³‹à²•à³à²¯à²®à³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8.21 Â· 15.6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à²®à³‹à²•à³à²·à²¸à³à²¯ à²ªà³à²°à²¥à²®à²‚ à²¤à²¾à²°à²¤à²®à³à²¯à²®à³ â€” à²¹à²°à³‡à²ƒ à²µà³ˆà²•à³à²‚à² à²²à³‹à²•à³‡ à²¨à²¿à²µà²¾à²¸à²ƒ, à²ªà²°à²‚ à²¨ à²¤à²¤à³à²¸à²¾à²¨à³à²¨à²¿à²§à³à²¯à²®à³à¥¤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à²¸à²¾à²®à³€à²ªà³à²¯à²®à³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11.55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à²¦à³à²µà²¿à²¤à³€à²¯à²‚ à²¤à²¾à²°à²¤à²®à³à²¯à²®à³ â€” à²¹à²°à³‡à²ƒ à²¸à³à²µà²§à²¾à²®à³à²¨à²¿ à²¤à²¤à³à²¸à²¾à²¨à³à²¨à²¿à²§à³à²¯à²ªà³à²°à²¾à²ªà³à²¤à²¿à²ƒà¥¤ à²¸à²¾à²²à³‹à²•à³à²¯à²¾à²¦à³à²¤à³à²¤à²°à²‚ à²¸à²¾à²°à³‚à²ªà³à²¯à²¾à²¤à³ à²¨à³à²¯à³‚à²¨à…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6A2E2E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à²¯à²œà³à²ž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ಯಜ್ಞ. ದ್ರವ್ಯ-ಯಜ್ಞ, ತಪೋ-ಯಜ್ಞ, ಜ್ಞಾನ-ಯಜ್ಞ, ಸ್ವಾಧ್ಯಾಯ-ಯಜ್ಞ, ಪ್ರಾಣಾಯಾಮ-ಯಜ್ಞ, ಇಂದ್ರಿಯ-ಸಂಯಮ. ೪ನೇ ಅಧ್ಯಾಯ ಎಲ್ಲಾ ಕರ್ಮವನ್ನು ಹರಿಗೆ ಅರ್ಪಿಸಿದರೆ ಯಜ್ಞವಾಗಿಸುತ್ತದೆ.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à²¦à³à²°à²µà³à²¯à²¯à²œà³à²žà²ƒ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à²§à²¨-à²µà²¸à³à²¤à³à²µ-à²…à²¨à³à²¨à²¾à²¦à²¿à²¦à³à²°à²µà³à²¯à²¾à²°à³à²ªà²£à²°à³‚à²ªà²ƒ à²¯à²œà³à²žà²ƒ â€” à²šà²¤à³à²°à³à²¥à²¾à²§à³à²¯à²¾à²¯à²¾à²·à³à²Ÿà²¾à²µà²¿à²‚à²¶à³‡ à²¶à³à²²à³‹à²•à³‡ à²•à³ƒà²·à³à²£à³‹à²•à³à²¤à²¯à²œà³à²žà²¾à²¨à²¾à²‚ à²ªà³à…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à²¤à²ªà³‹à²¯à²œà³à²žà²ƒ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à²•à²¾à²¯à²¿à²•-à²µà²¾à²šà²¿à²•-à²®à²¾à²¨à²¸à²¤à²ªà²¸à²¾à²‚ à²¹à²°à²¯à³‡à²½à²°à³à²ªà²£à²°à³‚à²ªà²ƒ à²¯à²œà³à²žà²ƒà¥¤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à²¯à³‹à²—à²¯à²œà³à²žà²ƒ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4.28â€“30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à²ªà³à²°à²¾à²£à²¾à²ªà²¾à²¨à²¸à²‚à²¯à²®-à²…à²·à³à²Ÿà²¾à²‚à²—à²¯à³‹à²—à²¾à²¦à²¿à²°à³‚à²ªà²¸à³à²¯ à²¯à³‹à²—à²¾à²¨à³à²·à³à² à²¾à²¨à²¸à³à²¯ à²¹à²°à²¯à³‡ à²…à²°à³à²ªà²£à²®à³ â€” à²à²· à²¯à³‹à²—à²¯à²œà³à²žà²ƒà¥¤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à²¸à³à²µà²¾à²§à³à²¯à²¾à²¯-à²œà³à²žà²¾à²¨-à²¯à²œà³à²žà²ƒ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à²¶à²¾à²¸à³à²¤à³à²°à²¸à³à²µà²¾à²§à³à²¯à²¾à²¯à²ƒ à²¤à²¦à³à²•à³à²¤à²¾à²°à³à²¥à²œà³à²žà²¾à²¨à²¸à²¹à²¿à²¤à²ƒ â€” à²µà²¾à²™à³à²®à²¯à³‡à²·à³ à²¯à²œà³à²žà³‡à²·à³ à²‰à²¤à³à²¤à²®à²ƒà¥¤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3E3A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à²ªà³à²°à²¤à³€à²•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ಪ್ರತೀಕಗಳು ಮತ್ತು ಉಪಮೆಗಳು. ಅಶ್ವತ್ಥ (ತಲೆ-ಕೆಳಗಿನ ಸಂಸಾರ-ವೃಕ್ಷ, ೧೫), ರಥ (ಶರೀರ-ರಥ ಉಪಮೆ), ಪ್ರಣವ (ಓಂ), ಗೀತಾ-ಮಾಹಾತ್ಮ್ಯ, ವಿಭೂತಿ. ಅಮೂರ್ತ ತತ್ತ್ವ ಹೃದಯ ಸೇರಲು ಬಳಸುವ ಪ್ರತಿಮಾ-ಭಾಷೆ.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à²…à²¶à³à²µà²¤à³à²¥à²µà³ƒà²•à³à²·à²ƒ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15.1â€“3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à²Šà²°à³à²§à³à²µà²®à³‚à²²à²ƒ (à²¹à²°à²¿à²ƒ) à²…à²§à²ƒà²¶à²¾à²–à²ƒ (à²²à³‹à²•à²¾à²ƒ) à²¸à²‚à²¸à²¾à²°à²µà³ƒà²•à³à²·à²ƒ â€” à²—à³à²£à³ˆà²ƒ à²¸à²¿à²•à³à²¤à²ƒ, à²µà²¿à²·à²¯à²¾à²‚à²•à³à²°à³‹à²ªà³‡à²¤à²ƒ, à²…à²¸à²‚à²—à²¶à²¸à³à²¤à³à²°à³‡à²£ à²›à³‡à²¦à³à²¯à²…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à²°à²¥à²°à³‚à²ªà²•à²®à³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1.21â€“25 Â· 18.78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à²ªà³à²°à²¥à²®à²¦à³à²µà²¿à²¤à³€à²¯à²¾à²§à³à²¯à²¾à²¯à²¯à³‹à²ƒ à²¸à³‚à²šà²¿à²¤à²®à³ â€” à²•à³ƒà²·à³à²£à²ƒ à²¸à²¾à²°à²¥à²¿à²ƒ, à²…à²°à³à²œà³à²¨à³‹ à²°à²¥à³€à¥¤ à²•à² à³‹à²ªà²¨à²¿à²·à²¦à³à²•à³à²¤à²°à²¥à²°à³‚à²ªà²•à²¸à³à²¯ à²ªà³à²°à²¤à²¿à²§à³à²µà²¨à²¿…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à²ªà³à²°à²£à²µà²ƒ (à²“à²‚)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8.13 Â· 17.23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"à²“à²‚ à²‡à²¤à³à²¯à³‡à²•à²¾à²•à³à²·à²°à²‚ à²¬à³à²°à²¹à³à²®" â€” à²…à²‚à²¤à²•à²¾à²²à³‡ à²“à²‚à²•à²¾à²°à²®à³à²šà³à²šà²¾à²°à²¯à²¨à³ à²¹à²°à²¿à²®à²¨à³à²¸à³à²®à²°à²¨à³ à²ªà²°à²®à²¾à²‚ à²—à²¤à²¿à²‚ à²ªà³à²°à²¾à²ªà³à²¨à³‹à²¤à²¿à¥¤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à²…à²•à³à²·à²°à²¾à²£à²¾à²®à²•à²¾à²°à²ƒ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10.33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"à²…à²•à³à²·à²°à²¾à²£à²¾à²®à²•à²¾à²°à³‹à²½à²¸à³à²®à²¿" â€” à²¸à²°à³à²µà²µà²°à³à²£à²¾à²¨à²¾à²‚ à²®à³‚à²²à²­à³‚à²¤à²ƒ à²…à²•à²¾à²°à²ƒ à²…à²¹à²®à³ à²‡à²¤à²¿ à²•à³ƒà²·à³à²£à²µà²šà²¨à²®à³; à²¸à²®à²¾à²¸à³‡à²·à³ à²¦à³à²µà²‚à²¦à³à²µà²¸à²®à²¾à²¸à²¶à³à²šà¥¤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ಸಂಬಂಧ-ವರ್ಗಗಳು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ಎಂಟು ವರ್ಗೀಕೃತ ಸಂಬಂಧಗಳು ಗೀತೆಯ ವಿಚಾರದ ರಚನೆಯನ್ನು ಹಿಡಿದಿಡುತ್ತವೆ —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50008"/>
            <a:ext cx="201168" cy="201168"/>
          </a:xfrm>
          <a:prstGeom prst="rect">
            <a:avLst/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402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is-a — ಏಕವಿಷಯತ್ವ · ಬ್ರಹ್ಮ = ಪರಮಾತ್ಮ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2350008"/>
            <a:ext cx="201168" cy="201168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2402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leads-to — ಸಾಧನ → ಫಲ · ಕರ್ಮಯೋಗ → ಚಿತ್ತ-ಶುದ್ಧಿ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201168" cy="201168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6974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antidote-to — ದೋಷ-ನಿವಾರಣ · ಜ್ಞಾನ → ಅಜ್ಞಾನ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807208"/>
            <a:ext cx="201168" cy="20116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6974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arises-from — ಕಾರಣಜನ್ಯತೆ · ಕ್ರೋಧ ← ಕಾಮದಿಂದ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64408"/>
            <a:ext cx="201168" cy="201168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1546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opposite-of — ವಿಪರೀತತ್ವ · ಸತ್ತ್ವ ↔ ತಮಃ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3264408"/>
            <a:ext cx="201168" cy="201168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31546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includes — ಅಂಗ-ಸಮಾವೇಶ · ಕ್ಷೇತ್ರ → ಮಹಾಭೂತಗಳು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721608"/>
            <a:ext cx="201168" cy="201168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6118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predicates-on — ಆಶ್ರಯತ್ವ · ಕ್ಷೇತ್ರಜ್ಞ ← ಕ್ಷೇತ್ರ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721608"/>
            <a:ext cx="201168" cy="201168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36118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transforms-into — ಪರಿಣಾಮ · ಸತ್ತ್ವ → ಸಾತ್ತ್ವಿಕ-ಜ್ಞಾನ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943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ಹನ್ನೆರಡು ಸಮಾನಾಂತರ ಪಟ್ಟಿಗಳು — ಪರಮಾರ್ಥ ಮೇಲೆ, ಪ್ರತೀಕ ಕೆಳಗೆ. ಪ್ರತಿ ಪರಿಕಲ್ಪನೆ ತನ್ನ ಸ್ತರದಲ್ಲಿ, ಪ್ರತಿ ಸಂಬಂಧ ತನ್ನ ವರ್ಗದ ಬಣ್ಣದಲ್ಲಿ. ಗೀತೆಯ ವಿಚಾರದ ರಚನೆಯನ್ನು ಮೇಲಿನಿಂದ ನೋಡಿದಂತೆ.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903720" y="1600200"/>
            <a:ext cx="4754880" cy="41148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95160" y="1737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à²ªà²°à²®à²¾à²°à³à²¥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868680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3544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0976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3272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0704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8136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5568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95160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83F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à²¤à²¤à³à²¤à³à²µ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68680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6112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976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8408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3272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8702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à²•à³à²·à³‡à²¤à³à²°-à²•à³à²·à³‡à²¤à³à²°à²œà³à²ž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68680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6112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3544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0976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8408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3272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0704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95160" y="26974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69E2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à²—à³à²£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68680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6112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3544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0976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78408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5840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33272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60704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88136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15568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9516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B8D2E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à²¯à³‹à²—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868680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96112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23544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0976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8408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05840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3272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60704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88136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995160" y="3337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F7A4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à²¸à²¾à²§à²¨à²¾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868680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96112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3544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50976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78408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05840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33272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60704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88136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15568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95160" y="3657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6E7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à²…à²‚à²¤à²ƒà²•à²°à²£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68680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6112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3544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50976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78408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05840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995160" y="3977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A4A7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à²§à²°à³à²®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68680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96112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3544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50976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78408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05840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33272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60704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88136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995160" y="4297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3E6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à²¦à³‹à²·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868680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96112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3544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50976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78408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5840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33272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60704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995160" y="4617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1E5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à²«à²²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868680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96112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3544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50976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8408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05840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3272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60704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88136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115568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995160" y="4937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A2E2E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à²¯à²œà³à²ž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868680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96112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23544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50976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78408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005840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995160" y="5257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E3A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à²ªà³à²°à²¤à³€à²•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868680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96112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23544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50976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78408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05840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ಮಧ್ವ-ಓದು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à²¸à²°à³à²µà³‹à²¤à³à²¤à²®à²¤à³à²µ â€” à²¹à²°à²¿à²¯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à²¤à²¾à²°à²¤à²®à³à²¯à²¦ à²®à³‚à²²à²¾à²§à²¾à²°-à²¸à²¿à²¦à³à²§à²¾à²‚à²¤ â€” à²¹à²°à²¿à²¯à³ à²¸à²°à³à²µà³‹à²¤à³à²•à³ƒà²·à³à²Ÿ, à²…à²µà²¨à²¿à²—à³† à²¸à²®à²¾à²¨à²¨à²¿à²²à³à²² à²…à²§à²¿à²•à²¨à²¿à²²à³à²². à²Žà²²à³à²²à²µà³‚ à²‡à²¤à²° à²…à²µà²¨ à²ªà²°à²¤à²‚à²¤à³à²°.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à²®à²§à³à²µ-à²¸à²¿à²¦à³à²§à²¾à²‚à²¤à²¦ à²†à²§à²¾à²°-à²¶à²¿à²²à³† â€” à²ªà²‚à²š-à²­à³‡à²¦-à²µà³à²¯à²µà²¸à³à²¥à³†à²¯à³ à²‡à²¦à²°à²¿à²‚à²¦à²²à³‡ à²ªà³à²°à²¾à²°à²‚à²­à²µà²¾à²—à³à²¤à³à²¤à²¦à³†.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ಆಧಾರ ಶ್ಲೋಕ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à²®à²¤à³à²¤à²ƒ à²ªà²°à²¤à²°à²‚ à²¨à²¾à²¨à³à²¯à²¤à³à²•à²¿à²‚à²šà²¿à²¦à²¸à³à²¤à²¿ à²§à²¨à²‚à²œà²¯à¥¤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 Â· 11.43 Â· 18.65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ಮಧ್ವ-ಓದು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à²ªà²‚à²šà²­à³‡à²¦ â€” à²à²¦à³ à²µà²¾à²¸à³à²¤à²µà²¿à²• à²­à³‡à²¦à²—à²³à³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à²¹à²°à²¿-à²œà³€à²µ, à²¹à²°à²¿-à²œà²¡, à²œà³€à²µ-à²œà²¡, à²œà³€à²µ-à²œà³€à²µ, à²œà²¡-à²œà²¡ â€” à²ˆ à²à²¦à³ à²¨à²¿à²¤à³à²¯-à²­à³‡à²¦à²—à²³à³ à²®à²§à³à²µ-à²¸à²¿à²¦à³à²§à²¾à²‚à²¤à²¦à²¿à²‚à²¦ à²¸à²¤à³à²¤à²¾-à²¤à²‚à²¤à³à²°-à²µà²¾à²¸à³à²¤à²µà²¿à²• à²Žà²‚à²¦à³ à²ªà³à²°à²¤à²¿à²ªà²¾à²¦à³à²¯à²µà²¾à²—à³à²¤à³à²¤à²µà³†.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à²®à²§à³à²µ-à²¨à²¿à²°à³à²£à²¾à²¯à²•. à²ªà³à²°à²¤à²¿ à²­à³‡à²¦à²µà³‚ à²—à³€à²¤à³†à²¯à²²à³à²²à²¿ à²ªà³à²°à²¤à²¿à²·à³à² à²¿à²¤ (à²œà³€à²µà²¾à²‚à²¶-à²µà²¾à²•à³à²¯ à²—à³€à¥° à³§à³«à¥¤à³­; à²œà³€à²µ-à²œà³€à²µ-à²­à³‡à²¦ à²¸à³à²µà²­à²¾à²µ-à²µà²¾à²•à³à²¯ à²—à³€à¥° à³§à³®à¥¤à³ªà³§ à²‡à²¤à³à²¯à²¾à²¦à²¿à²—à²³à²²à³à²²à²¿ à²…à²‚à²¤à²°à³à²¨à²¿à²¹à²¿à²¤).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ಆಧಾರ ಶ್ಲೋಕ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à²®à²®à³ˆà²µà²¾à²‚à²¶à³‹ à²œà³€à²µà²²à³‹à²•à³‡ à²œà³€à²µà²­à³‚à²¤à²ƒ à²¸à²¨à²¾à²¤à²¨à²ƒà¥¤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7.4â€“5 Â· 15.7 Â· 15.16â€“18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ಮಧ್ವ-ಓದು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à²¤à²¾à²°à²¤à²®à³à²¯ â€” à²¸à²¤à³à²¤à²¾-à²•à³à²°à²®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à²¹à²°à²¿-à²…à²§à³€à²¨ à²¸à²®à²¸à³à²¤ à²¸à²¤à³à²¤à³†à²¯ à²•à² à³‹à²° à²•à³à²°à²®-à²µà³à²¯à²µà²¸à³à²¥à³† â€” à²ªà³à²°à²¤à²¿ à²œà³€à²µà²•à³à²•à³‚ à²¨à²¿à²¶à³à²šà²¿à²¤ à²®à²¤à³à²¤à³ à²…à²ªà²°à²¿à²µà²°à³à²¤à²¨à³€à²¯ à²ªà²¦-à²•à³à²°à²®. à²®à²§à³à²µ-à²¤à²¤à³à²¤à³à²µ-à²¶à²¾à²¸à³à²¤à³à²°à²¦ à²°à²šà²¨à²¾-à²¤à²¤à³à²¤à³à²µ.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à²µà²¿à²¶à²¿à²·à³à²Ÿ à²®à²§à³à²µ-à²¤à²¤à³à²¤à³à²µ. à²ªà²‚à²š-à²­à³‡à²¦-à²µà³à²¯à²µà²¸à³à²¥à³† à²®à²¤à³à²¤à³ à²®à³à²•à³à²¤à²¿-à²¤à²¾à²°à²¤à²®à³à²¯à²µà²¨à³à²¨à³ à²†à²§à²°à²¿à²¸à³à²¤à³à²¤à²¦à³†.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ಆಧಾರ ಶ್ಲೋಕ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à²®à²¤à³à²¤à²ƒ à²ªà²°à²¤à²°à²‚ à²¨à²¾à²¨à³à²¯à²¤à³à²•à²¿à²‚à²šà²¿à²¦à²¸à³à²¤à²¿ à²§à²¨à²‚à²œà²¯à¥¤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à²®à²¯à²¿ à²¸à²°à³à²µà²®à²¿à²¦à²‚ à²ªà³à²°à³‹à²¤à²‚ à²¸à³‚à²¤à³à²°à³‡ à²®à²£à²¿à²—à²£à²¾ à²‡à²µà¥¥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 Â· 15.16â€“18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7A1E5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ಮಧ್ವ-ಓದು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à²šà²°à²®à²¶à³à²²à³‹à²•-à²«à²²à²®à³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"à²…à²¹à²‚ à²¤à³à²µà²¾ à²¸à²°à³à²µà²ªà²¾à²ªà³‡à²­à³à²¯à³‹ à²®à³‹à²•à³à²·à²¯à²¿à²·à³à²¯à²¾à²®à²¿ à²®à²¾ à²¶à³à²šà²ƒ" â€” à²…à²·à³à²Ÿà²¾à²¦à²¶à²¾à²§à³à²¯à²¾à²¯à³‡ à²•à³ƒà²·à³à²£à²¸à³à²¯ à²ªà³à²°à²¤à³à²¯à²•à³à²·à²¾à²¶à³à²µà²¾à²¸à²ƒà¥¤ à²®à²¾à²§à³à²µà²¸à²‚à²ªà³à²°à²¦à²¾à²¯à³‡ à²…à²¯à²‚ à²—à³€à²¤à²¾à²¶à²¾à²¸à³à²¤à³à²°à²¸à³à²¯ à²¶à²¿à²°à³‹à²­à³‚à²¤à²ƒ à²¶à³à²²à³‹à²•à²ƒà¥¤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7A1E5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à²šà²°à²®à²¶à³à²²à³‹à²•à²ƒ â€” à²®à²§à³à²µà²¾à²šà²¾à²°à³à²¯à²¸à³à²¯ à²¸à²¾à²•à³à²·à²¾à²¤à³ à²®à³‹à²•à³à²·à³‹à²ªà²¦à³‡à²¶à²ƒà¥¤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ಆಧಾರ ಶ್ಲೋಕ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à²¸à²°à³à²µà²§à²°à³à²®à²¾à²¨à³à²ªà²°à²¿à²¤à³à²¯à²œà³à²¯ à²®à²¾à²®à³‡à²•à²‚ à²¶à²°à²£à²‚ à²µà³à²°à²œà¥¤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à²…à²¹à²‚ à²¤à³à²µà²¾ à²¸à²°à³à²µà²ªà²¾à²ªà³‡à²­à³à²¯à³‹ à²®à³‹à²•à³à²·à²¯à²¿à²·à³à²¯à²¾à²®à²¿ à²®à²¾ à²¶à³à²šà²ƒà¥¥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A83F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ಮಧ್ವ-ಓದು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à²œà³€à²µ â€” à²¦à³‡à²¹à²¸à³à²¥ à²†à²¤à³à²®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à²¹à²°à²¿à²¯ à²¨à²¿à²¤à³à²¯ à²…à²‚à²¶ (à²—à³€à¥° à³§à³«à¥¤à³­) â€” à²¸à²¤à³à²¯, à²­à²¿à²¨à³à²¨, à²¬à²¹à³à²µà²¿à²§, à²Žà²‚à²¦à²¿à²—à³‚ à²¬à³à²°à²¹à³à²®à²¦à²²à³à²²à²¿ à²²à³€à²¨à²µà²¾à²—à³à²µà³à²¦à²¿à²²à³à²². à²®à³à²•à³à²¤à²¿-à²ªà²°à³à²¯à²‚à²¤ à²…à²µà²¿à²¦à³à²¯à³†à²¯à²¿à²‚à²¦ à²¬à²¦à³à²§.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A83F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à²œà³€à²µ-à²­à³‡à²¦ à²µà²¾à²¸à³à²¤à²µà²¿à²• (à²ªà²‚à²š-à²­à³‡à²¦à²—à²³à²²à³à²²à²¿ à²®à³Šà²¦à²²à²¨à³†à²¯à²¦à³). à²œà³€à²µ-à²¬à²¹à³à²¤à³à²µ à²¨à²¿à²¤à³à²¯.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ಆಧಾರ ಶ್ಲೋಕ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à²®à²®à³ˆà²µà²¾à²‚à²¶à³‹ à²œà³€à²µà²²à³‹à²•à³‡ à²œà³€à²µà²­à³‚à²¤à²ƒ à²¸à²¨à²¾à²¤à²¨à²ƒà¥¤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à²®à²¨à²ƒà²·à²·à³à² à²¾à²¨à³€à²‚à²¦à³à²°à²¿à²¯à²¾à²£à²¿ à²ªà³à²°à²•à³ƒà²¤à²¿à²¸à³à²¥à²¾à²¨à²¿ à²•à²°à³à²·à²¤à²¿à¥¥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22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ವೀಕ್ಷಕನ ಬಳಕೆ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• Browse — ಪ್ರತಿ ಪರಿಕಲ್ಪನೆ ಅದರ ಸ್ತರದಲ್ಲಿ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• Focus — ಶ್ಲೋಕ-ಆಧಾರ, ಮಧ್ವ-ಟಿಪ್ಪಣಿ, ಎಲ್ಲಾ ಸಂಬಂಧಗಳು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• Map — ೧೧೨ ಪರಿಕಲ್ಪನೆಗಳು ಒಂದೇ ಪಟದಲ್ಲಿ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ಚತುರ್-ಲಿಪಿ ಸ್ವಿಚ್: English · ದೇವನಾಗರೀ · ಹಿಂದೀ · ಕನ್ನಡ — ಒಂದು ಸ್ಪರ್ಶದಲ್ಲಿ ಬದಲಾವಣೆ.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23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ಮೂಲ-ಸ್ರೋತಗಳು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ಮೂಲ — ಭಗವದ್ಗೀತಾ (ಸಂಸ್ಕೃತ ಶ್ಲೋಕ, ಪ್ರತಿ ಪರಿಕಲ್ಪನೆ ಒಂದು ಶ್ಲೋಕದಲ್ಲಿ)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ಭಾಷ್ಯ — ಮಧ್ವ ಗೀತಾ-ಭಾಷ್ಯ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ಆಧುನಿಕ ವ್ಯಾಖ್ಯಾನ — ಬನ್ನಂಜೆ ಗೋವಿಂದಾಚಾರ್ಯ, ಗೀತಾ-ಭಾಷ್ಯ (೪ ಸಂಪುಟ)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ತಾತ್ತ್ವಿಕ ದೃಷ್ಟಿ — BNK ಶರ್ಮಾ, Philosophy of Śrī Madhvācārya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ಮಾನಕ — ಪ್ರತಿ ನೋಡ್ ಶ್ಲೋಕ + ಸಂಪ್ರದಾಯದಲ್ಲಿ ಆಧಾರಿತ; ಯಾವುದೇ ಮನಃಕಲ್ಪನೆ ಇಲ್ಲ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24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ಗ್ರಾಫ್‌ನಲ್ಲಿ ಇರುವುದು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112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Concepts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241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38328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Relations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12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621792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Tiers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124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905256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Verse anchors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github.com/kvinayakpai/Bhagavadgita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MIT · open source · build-decks.js generates this deck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ನಮಃ ಪಾರ್ಥಸಾರಥಯೇ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394960" y="3337560"/>
            <a:ext cx="1371600" cy="18288"/>
          </a:xfrm>
          <a:prstGeom prst="rect">
            <a:avLst/>
          </a:prstGeom>
          <a:solidFill>
            <a:srgbClr val="C9B58A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ಶ್ರೀಕೃಷ್ಣಾರ್ಪಣಮಸ್ತು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Bhagavad Gītā Concept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ಭಗವದ್ಗೀತಾ · ಪರಿಕಲ್ಪನಾ ಜ್ಞಾನ-ಪಟ</dc:title>
  <dc:subject>Madhva siddhānta · concept knowledge graph of the BG</dc:subject>
  <dc:creator>kvinayakpai</dc:creator>
  <cp:lastModifiedBy>kvinayakpai</cp:lastModifiedBy>
  <cp:revision>1</cp:revision>
  <dcterms:created xsi:type="dcterms:W3CDTF">2026-06-01T13:15:20Z</dcterms:created>
  <dcterms:modified xsi:type="dcterms:W3CDTF">2026-06-01T13:15:20Z</dcterms:modified>
</cp:coreProperties>
</file>
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Bhagavad Gītā · Concept KG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the Madhva siddhānta backbone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concepts · 101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 verses · 18 chapters · one tāratamya backbone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Bhagavad Gītā weaves cosmology, ethics, and metaphysics across hundreds of distinct concepts. Reading it linearly works once — but seeing how every yoga, doṣa, and yajña connects to the others requires a structural view the text itself never gives you.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 anchored in a verse — and in Madhva commentary.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text — Bhagavad Gītā (Sanskrit + English)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— Bannanje Govindacharya, Gītā-bhāṣya (4 vols, Kannada)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— Mahābhārata Tātparya Nirṇaya (Madhva)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Doctrinal lens — sarvottama Hari, jīva-bheda, tāratamya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tiers of concepts.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tier groups concepts of the same kind — tattvas, yogas, doṣas, phalas, yajñas, pratīkas. Edges (is-a, leads-to, antidote-to, arises-from, opposite-of, includes, predicates-on, transforms-into) connect concepts the Gītā itself ties together verse by verse.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Tattva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Kṣetra-Kṣetrajña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Guṇa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Sādhanā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Antaḥkaraṇa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Dharma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Doṣa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Yajña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Pratīka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views · one dataset.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every concept under its tier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verse anchor + Madhva note + every relation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all concepts on one canvas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1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tier-aware index of every concept.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tier opens with its color dot, English/Devanāgarī/Kannada name, gloss, and concept count. Live search filters across labels, titles, notes, and verse refs in any script.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2 · FOCUS — Hero card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concept, anchored in a verse.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hero card carries (in order) the tier tag, the concept name in the active script, a one-line subtitle, a 2–3 sentence doctrinal note, the Madhva-distinctive callout where applicable, and the BG verse references.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Dharma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Sthita-prajña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2 · FOCUS — Relations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connection, typed and labelled.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verse, outgoing and incoming relations are enumerated with their edge type (is-a, leads-to, etc.), edge label, and other endpoint. Tap any row to traverse.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Indriya-nigraha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Samatva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Indriya-nigraha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Sama-darśana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3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concepts on one canvas.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horizontal bands — paramārtha at the top, pratīka at the bottom. Edges curve between concepts, color-coded by relation type. The structural shape of the Gītā's thought, seen from above.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Tattva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Kṣetra-Kṣetrajña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Guṇa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Sādhanā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Antaḥkaraṇa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Dharma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Doṣa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Yajña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Pratīka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· FEATURES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Tap, peek, traverse.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any node to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colors decode the relation type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re-filters all three views simultaneously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language with one tap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ontology · three scripts.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(IAST diacritics)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Devanāgarī (देवनागरी)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Kannada (ಕನ್ನಡ ಲಿಪಿ)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· THREE SCRIPTS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anchor verse in Devanāgarī, IAST, and Kannada.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SOURCE-GROUNDED AUDIT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 verified.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concept node was anchored to at least one explicit BG verse (Sanskrit). Where Madhva's reading is distinctive — Brahman=Hari, akṣara=Lakṣmī, tāratamya in mokṣa, jīva-bheda, bhakti as constituent of mokṣa — the data file flags it.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artifact does, in one screen.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MADHVA DISTINCTIVES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reading parts company with Advaita.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Brahman = Viṣṇu/Nārāyaṇa, not nirguṇa absolute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Akṣara-puruṣa = Lakṣmī (jīva-gaṇa-mukhya), not impersonal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Mokṣa has tāratamya — not undifferentiated bliss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Jīva-bheda is real, eternal, plural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Bhakti is both means and constituent of mokṣa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Carama-śloka (BG 18.66) is the distilled mokṣa-upadeśa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TYPICAL SESSION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navigate.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in BROWSE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Tap a concept (e.g. Sthita-prajña)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Read the verse, the note, the Madhva callout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Tap a related concept (e.g. Mokṣa) to traverse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Switch to MAP to see where you are in the whole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Bhagavad Gītā · Concept KG</dc:title>
  <dc:subject>PptxGenJS Presentation</dc:subject>
  <dc:creator>kvinayakpai</dc:creator>
  <cp:lastModifiedBy>kvinayakpai</cp:lastModifiedBy>
  <cp:revision>1</cp:revision>
  <dcterms:created xsi:type="dcterms:W3CDTF">2026-05-15T19:30:07Z</dcterms:created>
  <dcterms:modified xsi:type="dcterms:W3CDTF">2026-05-15T19:30:07Z</dcterms:modified>
</cp:coreProperties>
</file>